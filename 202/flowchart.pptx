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83" autoAdjust="0"/>
    <p:restoredTop sz="94660"/>
  </p:normalViewPr>
  <p:slideViewPr>
    <p:cSldViewPr snapToGrid="0">
      <p:cViewPr varScale="1">
        <p:scale>
          <a:sx n="90" d="100"/>
          <a:sy n="90" d="100"/>
        </p:scale>
        <p:origin x="19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73357-41A8-555F-0699-2C90EA5C9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3234FD-542A-853C-1E6F-9B4E4AC44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38E89-04AA-5E49-28DD-177D8CCAA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F4148-88EB-495F-BDF1-AE8EE818A175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F7600-8297-3CC9-CCAA-AE05F696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5C384-7B83-D309-9475-DF67167B5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93A9-26B6-4818-9CC4-89D327973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8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A18A-6CD0-AFE8-2ED2-93AC14CAF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D1F26-CF5B-5548-50F9-910CC2996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140C3-18E5-AAE9-4B10-D6220A9D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F4148-88EB-495F-BDF1-AE8EE818A175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A9274-1F97-9234-685D-154AD023B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D5DB1-2875-6DC7-53EA-CA4DD5C9C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93A9-26B6-4818-9CC4-89D327973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11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318E6-9438-54E1-2F29-CC34C81A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706BB-D41C-9FD5-8980-2005CFA87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833BB-EDEB-A058-7BEE-A11849CD6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F4148-88EB-495F-BDF1-AE8EE818A175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51532-13A9-6789-4BD4-CA9EC1A7A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1F262-30B4-4630-9B29-5512982E6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93A9-26B6-4818-9CC4-89D327973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77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2599E-E337-9636-3027-6A9B90BC8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F0D1A-797B-BC5F-65A9-0BA50E489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74238-BFBF-5089-C9D6-2391D22FD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D5B30-DF43-102E-80C5-471407CD7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F4148-88EB-495F-BDF1-AE8EE818A175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5E28E-E710-A557-1F4F-9B7F4686D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B18A1-C027-4E44-3057-3C507A9CD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93A9-26B6-4818-9CC4-89D327973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73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B0A89-C82F-2CFD-017E-57167A81B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BA3EC-430B-C7D9-6348-286333D39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366D4-67DA-A612-DB9E-33F0468F6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F9E73-C1F2-6514-75C9-ADCAB4C07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877352-7A96-5A99-B507-3DDDBEC9C6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57B5FD-C0C3-EE6B-8359-5AB922A0A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F4148-88EB-495F-BDF1-AE8EE818A175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28D180-CDC3-B066-E76B-8655E79A9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D91210-32C3-C5DB-20CE-2A5AE771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93A9-26B6-4818-9CC4-89D327973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787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4FA7-60C7-92E4-1BCF-00839CEE2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42286-3F20-C207-3C60-58468949D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F4148-88EB-495F-BDF1-AE8EE818A175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32E897-7C6A-C2BB-2861-914D7EFEF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76327-0441-77F7-5ACA-83366FF2F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93A9-26B6-4818-9CC4-89D327973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54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9E99BC-BCBB-29C1-B901-523789B5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F4148-88EB-495F-BDF1-AE8EE818A175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A0C15F-ABF4-5424-A509-10FACDB0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192FC-6A61-841F-8743-440E5937E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93A9-26B6-4818-9CC4-89D327973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57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A8B5-DB49-1D3B-D5EA-BF272B93D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5D0A1-B13D-CEDD-AE6C-BA1C4C90A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E9B23-A3CC-4D42-5B89-AFA46088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4ECAE-D8C4-33ED-01E5-C4D407E3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F4148-88EB-495F-BDF1-AE8EE818A175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A12CA-3859-ECD2-BA0F-2BCBBFA1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45426-C459-6A86-EF09-850F15DD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93A9-26B6-4818-9CC4-89D327973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5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BFB86-938A-D069-740E-AD9702855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492F3-A1C2-DFE3-B41F-FB7A4F3416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9A266-31F4-252C-5019-4C291B0ED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A8237-8629-393E-853A-EE5B9CCA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F4148-88EB-495F-BDF1-AE8EE818A175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34439-2E68-700C-263C-04A115173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05024-15DD-F8B5-C34D-4CD4C14B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93A9-26B6-4818-9CC4-89D327973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E920C-E2B2-834A-7479-20E69467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23844-A591-2D72-6130-0735C2225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183F6-FDF5-4B67-BA5D-42EBE3504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F4148-88EB-495F-BDF1-AE8EE818A175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4D4BA-4A3B-3E4F-94A3-344AA5AD1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25857-A8D3-2399-5C30-57253315A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93A9-26B6-4818-9CC4-89D327973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8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4D7AC4-9856-E5D5-B03C-08B0DAAC4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DE7F8-3D0E-8C50-182A-B798AF1BB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A36D1-27A6-07B2-A508-6233C6C3A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F4148-88EB-495F-BDF1-AE8EE818A175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4EF13-6292-E139-06E5-0F886FB36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ADB66-FC92-F533-7CEC-C3172453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93A9-26B6-4818-9CC4-89D327973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5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E39FE2-C397-5FF4-6EE9-0C25AF21E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A07A1-7729-893E-1B7B-28EB662D5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B0D42-BA93-C8CB-047D-0A8CB24A2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F4148-88EB-495F-BDF1-AE8EE818A175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5F7DF-5940-5F99-64FF-41412F0D6D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6826A-E759-1521-746D-D4517BD7F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793A9-26B6-4818-9CC4-89D327973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3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E3733306-E1F8-9122-BF41-0EA431CBDB07}"/>
              </a:ext>
            </a:extLst>
          </p:cNvPr>
          <p:cNvSpPr/>
          <p:nvPr/>
        </p:nvSpPr>
        <p:spPr>
          <a:xfrm>
            <a:off x="4316940" y="880687"/>
            <a:ext cx="2288120" cy="45806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สอบประมวลผล</a:t>
            </a:r>
            <a:endParaRPr lang="en-US" dirty="0"/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30E1FDEB-DBEA-0A59-9B2F-1D482B5CABCB}"/>
              </a:ext>
            </a:extLst>
          </p:cNvPr>
          <p:cNvSpPr/>
          <p:nvPr/>
        </p:nvSpPr>
        <p:spPr>
          <a:xfrm>
            <a:off x="4403722" y="2623397"/>
            <a:ext cx="1887012" cy="63404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Score&gt;</a:t>
            </a:r>
            <a:r>
              <a:rPr lang="th-TH" dirty="0"/>
              <a:t>50</a:t>
            </a:r>
            <a:endParaRPr lang="en-US" dirty="0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41270EDF-23E7-782F-D017-2603CDD24CBC}"/>
              </a:ext>
            </a:extLst>
          </p:cNvPr>
          <p:cNvSpPr/>
          <p:nvPr/>
        </p:nvSpPr>
        <p:spPr>
          <a:xfrm>
            <a:off x="1248831" y="3289597"/>
            <a:ext cx="905934" cy="381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ผ่าน</a:t>
            </a:r>
            <a:endParaRPr lang="en-US" dirty="0"/>
          </a:p>
        </p:txBody>
      </p:sp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23104D81-D800-8A6F-1F82-997B70D7079F}"/>
              </a:ext>
            </a:extLst>
          </p:cNvPr>
          <p:cNvSpPr/>
          <p:nvPr/>
        </p:nvSpPr>
        <p:spPr>
          <a:xfrm>
            <a:off x="4631266" y="107153"/>
            <a:ext cx="1659468" cy="458069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เริ่มต้น</a:t>
            </a:r>
            <a:endParaRPr lang="en-US" dirty="0"/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F822E4C9-EB8C-E506-789A-559D4CC10A00}"/>
              </a:ext>
            </a:extLst>
          </p:cNvPr>
          <p:cNvSpPr/>
          <p:nvPr/>
        </p:nvSpPr>
        <p:spPr>
          <a:xfrm>
            <a:off x="3683001" y="1837895"/>
            <a:ext cx="3344333" cy="458069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ตัวเลขค่าระดับคะแนน</a:t>
            </a:r>
            <a:endParaRPr lang="en-US" dirty="0"/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60263A14-31E3-4478-658F-5EA387FECD10}"/>
              </a:ext>
            </a:extLst>
          </p:cNvPr>
          <p:cNvSpPr/>
          <p:nvPr/>
        </p:nvSpPr>
        <p:spPr>
          <a:xfrm>
            <a:off x="918630" y="3994152"/>
            <a:ext cx="1566333" cy="821267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Score&gt;=70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A6F8746C-B3A8-294E-5D92-A588ECBE1E9A}"/>
              </a:ext>
            </a:extLst>
          </p:cNvPr>
          <p:cNvSpPr/>
          <p:nvPr/>
        </p:nvSpPr>
        <p:spPr>
          <a:xfrm>
            <a:off x="4658780" y="4073043"/>
            <a:ext cx="1236134" cy="45806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ดีเยี่ยม</a:t>
            </a:r>
            <a:endParaRPr lang="en-US" dirty="0"/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9A2A1919-A051-5B08-E858-7B138CEF84EC}"/>
              </a:ext>
            </a:extLst>
          </p:cNvPr>
          <p:cNvSpPr/>
          <p:nvPr/>
        </p:nvSpPr>
        <p:spPr>
          <a:xfrm>
            <a:off x="4550828" y="4773891"/>
            <a:ext cx="1720854" cy="80433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Score&gt;=80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A6C3AF68-574E-9475-8CC8-D24B7B9C7548}"/>
              </a:ext>
            </a:extLst>
          </p:cNvPr>
          <p:cNvSpPr/>
          <p:nvPr/>
        </p:nvSpPr>
        <p:spPr>
          <a:xfrm>
            <a:off x="1003298" y="5453401"/>
            <a:ext cx="1854203" cy="37253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Outstanding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5B071C0B-EE6E-55E0-3B7D-E028D47AF636}"/>
              </a:ext>
            </a:extLst>
          </p:cNvPr>
          <p:cNvSpPr/>
          <p:nvPr/>
        </p:nvSpPr>
        <p:spPr>
          <a:xfrm>
            <a:off x="4333341" y="5703043"/>
            <a:ext cx="1887012" cy="37253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ประกาศผล</a:t>
            </a:r>
            <a:endParaRPr lang="en-US" dirty="0"/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E4358CAC-F67F-81E8-91DB-24BF2996A842}"/>
              </a:ext>
            </a:extLst>
          </p:cNvPr>
          <p:cNvSpPr/>
          <p:nvPr/>
        </p:nvSpPr>
        <p:spPr>
          <a:xfrm>
            <a:off x="4371708" y="6342306"/>
            <a:ext cx="1951039" cy="458069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สิ้นสุด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A7E12D-FEA3-D98A-8934-35ACE9D90BC8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5461000" y="565222"/>
            <a:ext cx="0" cy="315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E2880A3-D82D-3D98-ED31-635A55571FE3}"/>
              </a:ext>
            </a:extLst>
          </p:cNvPr>
          <p:cNvCxnSpPr>
            <a:stCxn id="6" idx="2"/>
          </p:cNvCxnSpPr>
          <p:nvPr/>
        </p:nvCxnSpPr>
        <p:spPr>
          <a:xfrm>
            <a:off x="5461000" y="1338756"/>
            <a:ext cx="0" cy="499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B1101F-2097-DD27-14B5-7A6183E137A7}"/>
              </a:ext>
            </a:extLst>
          </p:cNvPr>
          <p:cNvCxnSpPr>
            <a:cxnSpLocks/>
          </p:cNvCxnSpPr>
          <p:nvPr/>
        </p:nvCxnSpPr>
        <p:spPr>
          <a:xfrm flipH="1">
            <a:off x="5359928" y="2271015"/>
            <a:ext cx="7940" cy="327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37CEA3A-298E-B321-11B6-6F122E4B243C}"/>
              </a:ext>
            </a:extLst>
          </p:cNvPr>
          <p:cNvCxnSpPr>
            <a:stCxn id="8" idx="1"/>
          </p:cNvCxnSpPr>
          <p:nvPr/>
        </p:nvCxnSpPr>
        <p:spPr>
          <a:xfrm rot="10800000" flipV="1">
            <a:off x="1820334" y="2940417"/>
            <a:ext cx="2583389" cy="317020"/>
          </a:xfrm>
          <a:prstGeom prst="bentConnector3">
            <a:avLst>
              <a:gd name="adj1" fmla="val 998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AF1DD72-2F10-A85E-A801-82C144907A49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290734" y="2940417"/>
            <a:ext cx="2125133" cy="315790"/>
          </a:xfrm>
          <a:prstGeom prst="bentConnector3">
            <a:avLst>
              <a:gd name="adj1" fmla="val 10019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ABB99BC-9C02-43B5-1CB0-1694BBA8E96A}"/>
              </a:ext>
            </a:extLst>
          </p:cNvPr>
          <p:cNvCxnSpPr/>
          <p:nvPr/>
        </p:nvCxnSpPr>
        <p:spPr>
          <a:xfrm>
            <a:off x="1701797" y="3670597"/>
            <a:ext cx="0" cy="3144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001EFC4-0C87-63A6-7CD3-AD6C8B43DB5B}"/>
              </a:ext>
            </a:extLst>
          </p:cNvPr>
          <p:cNvCxnSpPr>
            <a:cxnSpLocks/>
          </p:cNvCxnSpPr>
          <p:nvPr/>
        </p:nvCxnSpPr>
        <p:spPr>
          <a:xfrm>
            <a:off x="2319867" y="4404785"/>
            <a:ext cx="23389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A7053B8-05B7-2165-9CA9-64814E3E203B}"/>
              </a:ext>
            </a:extLst>
          </p:cNvPr>
          <p:cNvCxnSpPr>
            <a:cxnSpLocks/>
          </p:cNvCxnSpPr>
          <p:nvPr/>
        </p:nvCxnSpPr>
        <p:spPr>
          <a:xfrm>
            <a:off x="5423957" y="4499424"/>
            <a:ext cx="0" cy="2744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E498BD07-75B6-ADA7-9A16-3AF8330EC20B}"/>
              </a:ext>
            </a:extLst>
          </p:cNvPr>
          <p:cNvCxnSpPr>
            <a:cxnSpLocks/>
            <a:stCxn id="9" idx="2"/>
            <a:endCxn id="10" idx="3"/>
          </p:cNvCxnSpPr>
          <p:nvPr/>
        </p:nvCxnSpPr>
        <p:spPr>
          <a:xfrm rot="5400000">
            <a:off x="4103656" y="4332068"/>
            <a:ext cx="61445" cy="25537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F7195EAF-B099-B577-88BD-ED6AAEA3C9B0}"/>
              </a:ext>
            </a:extLst>
          </p:cNvPr>
          <p:cNvCxnSpPr>
            <a:cxnSpLocks/>
          </p:cNvCxnSpPr>
          <p:nvPr/>
        </p:nvCxnSpPr>
        <p:spPr>
          <a:xfrm>
            <a:off x="2097613" y="5557110"/>
            <a:ext cx="2219327" cy="386855"/>
          </a:xfrm>
          <a:prstGeom prst="bentConnector3">
            <a:avLst>
              <a:gd name="adj1" fmla="val 1452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8889B80-64C0-3A18-1AB9-D124D0F3211D}"/>
              </a:ext>
            </a:extLst>
          </p:cNvPr>
          <p:cNvCxnSpPr>
            <a:stCxn id="12" idx="2"/>
          </p:cNvCxnSpPr>
          <p:nvPr/>
        </p:nvCxnSpPr>
        <p:spPr>
          <a:xfrm>
            <a:off x="5276847" y="6075577"/>
            <a:ext cx="0" cy="266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lowchart: Process 54">
            <a:extLst>
              <a:ext uri="{FF2B5EF4-FFF2-40B4-BE49-F238E27FC236}">
                <a16:creationId xmlns:a16="http://schemas.microsoft.com/office/drawing/2014/main" id="{61F8C563-13BD-3E15-410A-5234A4663D69}"/>
              </a:ext>
            </a:extLst>
          </p:cNvPr>
          <p:cNvSpPr/>
          <p:nvPr/>
        </p:nvSpPr>
        <p:spPr>
          <a:xfrm>
            <a:off x="7704666" y="3289597"/>
            <a:ext cx="1303864" cy="381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ไม่ผ่าน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DEDAD6-1E58-00EC-05A5-A767DFE7F7AF}"/>
              </a:ext>
            </a:extLst>
          </p:cNvPr>
          <p:cNvSpPr txBox="1"/>
          <p:nvPr/>
        </p:nvSpPr>
        <p:spPr>
          <a:xfrm>
            <a:off x="2573867" y="2616200"/>
            <a:ext cx="1128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Score&gt;50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F663E7-6405-A82B-70D3-D52465B50F49}"/>
              </a:ext>
            </a:extLst>
          </p:cNvPr>
          <p:cNvSpPr txBox="1"/>
          <p:nvPr/>
        </p:nvSpPr>
        <p:spPr>
          <a:xfrm>
            <a:off x="2857501" y="4035680"/>
            <a:ext cx="1130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Sore&gt;=75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6A3F3B-7946-9222-E918-A87976B3679F}"/>
              </a:ext>
            </a:extLst>
          </p:cNvPr>
          <p:cNvSpPr txBox="1"/>
          <p:nvPr/>
        </p:nvSpPr>
        <p:spPr>
          <a:xfrm>
            <a:off x="3109281" y="5237819"/>
            <a:ext cx="1130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Sore&gt;=80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BE87162-0230-400B-61F8-94B39DB8D195}"/>
              </a:ext>
            </a:extLst>
          </p:cNvPr>
          <p:cNvSpPr txBox="1"/>
          <p:nvPr/>
        </p:nvSpPr>
        <p:spPr>
          <a:xfrm>
            <a:off x="6426439" y="2569855"/>
            <a:ext cx="1130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Sore&gt;=50</a:t>
            </a:r>
          </a:p>
        </p:txBody>
      </p:sp>
    </p:spTree>
    <p:extLst>
      <p:ext uri="{BB962C8B-B14F-4D97-AF65-F5344CB8AC3E}">
        <p14:creationId xmlns:p14="http://schemas.microsoft.com/office/powerpoint/2010/main" val="2179813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1716EDB4-861E-6152-E742-DF5AF3205EB1}"/>
              </a:ext>
            </a:extLst>
          </p:cNvPr>
          <p:cNvSpPr/>
          <p:nvPr/>
        </p:nvSpPr>
        <p:spPr>
          <a:xfrm>
            <a:off x="5355164" y="1149678"/>
            <a:ext cx="1960029" cy="431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สอบประมวณผล</a:t>
            </a:r>
            <a:endParaRPr lang="en-US" dirty="0"/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A9EC2770-3300-43E9-52D5-28AD539426F0}"/>
              </a:ext>
            </a:extLst>
          </p:cNvPr>
          <p:cNvSpPr/>
          <p:nvPr/>
        </p:nvSpPr>
        <p:spPr>
          <a:xfrm>
            <a:off x="6060637" y="2050587"/>
            <a:ext cx="507479" cy="477212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23D07D71-1D3D-B7E7-2A02-EAF3E08E0D4F}"/>
              </a:ext>
            </a:extLst>
          </p:cNvPr>
          <p:cNvSpPr/>
          <p:nvPr/>
        </p:nvSpPr>
        <p:spPr>
          <a:xfrm>
            <a:off x="2359614" y="1949685"/>
            <a:ext cx="1075267" cy="61264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ตรวจสอบ</a:t>
            </a:r>
            <a:endParaRPr lang="en-US" dirty="0"/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1E3D69F5-A0FF-589F-B63A-034625F4B5A3}"/>
              </a:ext>
            </a:extLst>
          </p:cNvPr>
          <p:cNvSpPr/>
          <p:nvPr/>
        </p:nvSpPr>
        <p:spPr>
          <a:xfrm>
            <a:off x="6043368" y="2926124"/>
            <a:ext cx="591291" cy="513418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413AEBD3-CB1D-1660-21A4-BE23219DBDF4}"/>
              </a:ext>
            </a:extLst>
          </p:cNvPr>
          <p:cNvSpPr/>
          <p:nvPr/>
        </p:nvSpPr>
        <p:spPr>
          <a:xfrm>
            <a:off x="5300131" y="6100964"/>
            <a:ext cx="1837266" cy="513418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stop</a:t>
            </a:r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B86E0587-2B2B-D6A6-EE83-B0C9219400AB}"/>
              </a:ext>
            </a:extLst>
          </p:cNvPr>
          <p:cNvSpPr/>
          <p:nvPr/>
        </p:nvSpPr>
        <p:spPr>
          <a:xfrm>
            <a:off x="5395383" y="148167"/>
            <a:ext cx="1807633" cy="47955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01AC803A-2823-7494-9606-6F0C4ECE40BA}"/>
              </a:ext>
            </a:extLst>
          </p:cNvPr>
          <p:cNvSpPr/>
          <p:nvPr/>
        </p:nvSpPr>
        <p:spPr>
          <a:xfrm>
            <a:off x="9065741" y="2105666"/>
            <a:ext cx="1576448" cy="43788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ไม่ผ่าน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533C22-CA65-6024-E10F-0EBD5C105C08}"/>
              </a:ext>
            </a:extLst>
          </p:cNvPr>
          <p:cNvCxnSpPr>
            <a:cxnSpLocks/>
          </p:cNvCxnSpPr>
          <p:nvPr/>
        </p:nvCxnSpPr>
        <p:spPr>
          <a:xfrm>
            <a:off x="6307666" y="627719"/>
            <a:ext cx="0" cy="431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39CC812-3285-E025-2D5A-76C41A16E4DD}"/>
              </a:ext>
            </a:extLst>
          </p:cNvPr>
          <p:cNvCxnSpPr>
            <a:cxnSpLocks/>
          </p:cNvCxnSpPr>
          <p:nvPr/>
        </p:nvCxnSpPr>
        <p:spPr>
          <a:xfrm>
            <a:off x="6307666" y="1667934"/>
            <a:ext cx="0" cy="229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5E1BC89-B61C-0E6E-D117-8E0893D468A5}"/>
              </a:ext>
            </a:extLst>
          </p:cNvPr>
          <p:cNvCxnSpPr>
            <a:cxnSpLocks/>
          </p:cNvCxnSpPr>
          <p:nvPr/>
        </p:nvCxnSpPr>
        <p:spPr>
          <a:xfrm>
            <a:off x="3720230" y="2256009"/>
            <a:ext cx="1457137" cy="157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lowchart: Decision 51">
            <a:extLst>
              <a:ext uri="{FF2B5EF4-FFF2-40B4-BE49-F238E27FC236}">
                <a16:creationId xmlns:a16="http://schemas.microsoft.com/office/drawing/2014/main" id="{E9617382-8388-E8F3-3F72-9D732B263FC8}"/>
              </a:ext>
            </a:extLst>
          </p:cNvPr>
          <p:cNvSpPr/>
          <p:nvPr/>
        </p:nvSpPr>
        <p:spPr>
          <a:xfrm>
            <a:off x="5985686" y="3908746"/>
            <a:ext cx="582434" cy="513418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ACCED129-E051-C301-C137-F778DCCD4A56}"/>
              </a:ext>
            </a:extLst>
          </p:cNvPr>
          <p:cNvSpPr/>
          <p:nvPr/>
        </p:nvSpPr>
        <p:spPr>
          <a:xfrm>
            <a:off x="6004485" y="4949387"/>
            <a:ext cx="587063" cy="5462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Flowchart: Process 53">
            <a:extLst>
              <a:ext uri="{FF2B5EF4-FFF2-40B4-BE49-F238E27FC236}">
                <a16:creationId xmlns:a16="http://schemas.microsoft.com/office/drawing/2014/main" id="{F30156F3-C580-DF53-7CB5-A57B979EBFD5}"/>
              </a:ext>
            </a:extLst>
          </p:cNvPr>
          <p:cNvSpPr/>
          <p:nvPr/>
        </p:nvSpPr>
        <p:spPr>
          <a:xfrm>
            <a:off x="2804113" y="5699119"/>
            <a:ext cx="1261533" cy="61264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sp>
        <p:nvSpPr>
          <p:cNvPr id="55" name="Flowchart: Process 54">
            <a:extLst>
              <a:ext uri="{FF2B5EF4-FFF2-40B4-BE49-F238E27FC236}">
                <a16:creationId xmlns:a16="http://schemas.microsoft.com/office/drawing/2014/main" id="{3C5685C3-3528-215F-523A-62913E8966C4}"/>
              </a:ext>
            </a:extLst>
          </p:cNvPr>
          <p:cNvSpPr/>
          <p:nvPr/>
        </p:nvSpPr>
        <p:spPr>
          <a:xfrm>
            <a:off x="9036520" y="2979326"/>
            <a:ext cx="1634890" cy="43788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ผ่าน</a:t>
            </a:r>
            <a:endParaRPr lang="en-US" dirty="0"/>
          </a:p>
        </p:txBody>
      </p:sp>
      <p:sp>
        <p:nvSpPr>
          <p:cNvPr id="56" name="Flowchart: Process 55">
            <a:extLst>
              <a:ext uri="{FF2B5EF4-FFF2-40B4-BE49-F238E27FC236}">
                <a16:creationId xmlns:a16="http://schemas.microsoft.com/office/drawing/2014/main" id="{C411A115-BD99-4AD2-E5B3-E82EE2BC753B}"/>
              </a:ext>
            </a:extLst>
          </p:cNvPr>
          <p:cNvSpPr/>
          <p:nvPr/>
        </p:nvSpPr>
        <p:spPr>
          <a:xfrm>
            <a:off x="9007298" y="3948304"/>
            <a:ext cx="1634891" cy="43788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ผ่านยอด</a:t>
            </a:r>
            <a:r>
              <a:rPr lang="th-TH" dirty="0" err="1"/>
              <a:t>เยี่ม</a:t>
            </a:r>
            <a:endParaRPr lang="en-US" dirty="0"/>
          </a:p>
        </p:txBody>
      </p:sp>
      <p:sp>
        <p:nvSpPr>
          <p:cNvPr id="57" name="Flowchart: Process 56">
            <a:extLst>
              <a:ext uri="{FF2B5EF4-FFF2-40B4-BE49-F238E27FC236}">
                <a16:creationId xmlns:a16="http://schemas.microsoft.com/office/drawing/2014/main" id="{04764C3D-1C03-5A94-2AB4-C5C62241897A}"/>
              </a:ext>
            </a:extLst>
          </p:cNvPr>
          <p:cNvSpPr/>
          <p:nvPr/>
        </p:nvSpPr>
        <p:spPr>
          <a:xfrm>
            <a:off x="9036520" y="4933364"/>
            <a:ext cx="1634890" cy="43788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ดี</a:t>
            </a:r>
            <a:r>
              <a:rPr lang="th-TH" dirty="0" err="1"/>
              <a:t>เลิส</a:t>
            </a:r>
            <a:r>
              <a:rPr lang="th-TH" dirty="0"/>
              <a:t>ประเสริฐศรี</a:t>
            </a:r>
            <a:endParaRPr lang="en-US" dirty="0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BE54B80D-C2F1-72E6-135D-34FF461F87D2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97247" y="1365577"/>
            <a:ext cx="2434167" cy="584108"/>
          </a:xfrm>
          <a:prstGeom prst="bentConnector3">
            <a:avLst>
              <a:gd name="adj1" fmla="val 9939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6A7D792-3966-8E21-8DF1-42297D13FE8F}"/>
              </a:ext>
            </a:extLst>
          </p:cNvPr>
          <p:cNvSpPr txBox="1"/>
          <p:nvPr/>
        </p:nvSpPr>
        <p:spPr>
          <a:xfrm>
            <a:off x="6798733" y="266700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85D21D-AE0F-8A40-2E34-847C97336070}"/>
              </a:ext>
            </a:extLst>
          </p:cNvPr>
          <p:cNvSpPr txBox="1"/>
          <p:nvPr/>
        </p:nvSpPr>
        <p:spPr>
          <a:xfrm>
            <a:off x="6798733" y="353060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789C7C-3FBC-FA52-C981-77A1B5B23692}"/>
              </a:ext>
            </a:extLst>
          </p:cNvPr>
          <p:cNvSpPr txBox="1"/>
          <p:nvPr/>
        </p:nvSpPr>
        <p:spPr>
          <a:xfrm>
            <a:off x="6798733" y="4706650"/>
            <a:ext cx="61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AFC9BAD-0BF6-1B24-A606-5CE730D4866D}"/>
              </a:ext>
            </a:extLst>
          </p:cNvPr>
          <p:cNvCxnSpPr>
            <a:cxnSpLocks/>
          </p:cNvCxnSpPr>
          <p:nvPr/>
        </p:nvCxnSpPr>
        <p:spPr>
          <a:xfrm>
            <a:off x="6307666" y="2640741"/>
            <a:ext cx="0" cy="229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A75531A-27F6-1968-2D5C-B87674F8AE7C}"/>
              </a:ext>
            </a:extLst>
          </p:cNvPr>
          <p:cNvCxnSpPr>
            <a:cxnSpLocks/>
          </p:cNvCxnSpPr>
          <p:nvPr/>
        </p:nvCxnSpPr>
        <p:spPr>
          <a:xfrm>
            <a:off x="6307666" y="3530600"/>
            <a:ext cx="0" cy="229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BD48C85-CD51-2133-8CEB-FCC51622177A}"/>
              </a:ext>
            </a:extLst>
          </p:cNvPr>
          <p:cNvCxnSpPr>
            <a:cxnSpLocks/>
          </p:cNvCxnSpPr>
          <p:nvPr/>
        </p:nvCxnSpPr>
        <p:spPr>
          <a:xfrm>
            <a:off x="6307665" y="4571184"/>
            <a:ext cx="0" cy="229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0649FFB-54F3-50C6-B6DC-1C4A498A6145}"/>
              </a:ext>
            </a:extLst>
          </p:cNvPr>
          <p:cNvCxnSpPr>
            <a:cxnSpLocks/>
          </p:cNvCxnSpPr>
          <p:nvPr/>
        </p:nvCxnSpPr>
        <p:spPr>
          <a:xfrm>
            <a:off x="7003466" y="3191933"/>
            <a:ext cx="20038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915FFBF-21A0-A027-F124-85C884FDABFF}"/>
              </a:ext>
            </a:extLst>
          </p:cNvPr>
          <p:cNvCxnSpPr>
            <a:cxnSpLocks/>
          </p:cNvCxnSpPr>
          <p:nvPr/>
        </p:nvCxnSpPr>
        <p:spPr>
          <a:xfrm>
            <a:off x="7061909" y="2280223"/>
            <a:ext cx="20038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E8A5849-CB34-9CB4-BD35-D4B315EFA2A8}"/>
              </a:ext>
            </a:extLst>
          </p:cNvPr>
          <p:cNvCxnSpPr>
            <a:cxnSpLocks/>
          </p:cNvCxnSpPr>
          <p:nvPr/>
        </p:nvCxnSpPr>
        <p:spPr>
          <a:xfrm>
            <a:off x="7032688" y="4157133"/>
            <a:ext cx="20038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263B360-972B-4018-3209-BBD8C75EB8C2}"/>
              </a:ext>
            </a:extLst>
          </p:cNvPr>
          <p:cNvCxnSpPr>
            <a:cxnSpLocks/>
          </p:cNvCxnSpPr>
          <p:nvPr/>
        </p:nvCxnSpPr>
        <p:spPr>
          <a:xfrm>
            <a:off x="6993463" y="5198533"/>
            <a:ext cx="20038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8254277-0069-7E4E-24E9-3C6242C3416B}"/>
              </a:ext>
            </a:extLst>
          </p:cNvPr>
          <p:cNvSpPr txBox="1"/>
          <p:nvPr/>
        </p:nvSpPr>
        <p:spPr>
          <a:xfrm>
            <a:off x="7228473" y="1919614"/>
            <a:ext cx="1252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50&lt;=Score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A64392-7AB3-5D18-E363-5D4ED950CFF7}"/>
              </a:ext>
            </a:extLst>
          </p:cNvPr>
          <p:cNvSpPr txBox="1"/>
          <p:nvPr/>
        </p:nvSpPr>
        <p:spPr>
          <a:xfrm>
            <a:off x="7203016" y="2838186"/>
            <a:ext cx="149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50&lt;Score&lt;75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FDFF89-380F-76F5-2EE3-B0C6C7524BAC}"/>
              </a:ext>
            </a:extLst>
          </p:cNvPr>
          <p:cNvSpPr txBox="1"/>
          <p:nvPr/>
        </p:nvSpPr>
        <p:spPr>
          <a:xfrm>
            <a:off x="7302679" y="3765480"/>
            <a:ext cx="1128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50&lt;Score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9704A72-AABE-D910-6263-A502CC7BB98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264617" y="2200049"/>
            <a:ext cx="4332396" cy="4228808"/>
          </a:xfrm>
          <a:prstGeom prst="bentConnector3">
            <a:avLst>
              <a:gd name="adj1" fmla="val 36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A1E1672-241F-6D11-097A-D2DAC40F8220}"/>
              </a:ext>
            </a:extLst>
          </p:cNvPr>
          <p:cNvCxnSpPr/>
          <p:nvPr/>
        </p:nvCxnSpPr>
        <p:spPr>
          <a:xfrm>
            <a:off x="10803467" y="2195314"/>
            <a:ext cx="7935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21D4690-45E2-20E0-1666-4F3C6C1E3EB3}"/>
              </a:ext>
            </a:extLst>
          </p:cNvPr>
          <p:cNvCxnSpPr/>
          <p:nvPr/>
        </p:nvCxnSpPr>
        <p:spPr>
          <a:xfrm>
            <a:off x="10761133" y="3207518"/>
            <a:ext cx="835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668C23C-5A3C-730C-7E81-F0F7C56D50B7}"/>
              </a:ext>
            </a:extLst>
          </p:cNvPr>
          <p:cNvCxnSpPr/>
          <p:nvPr/>
        </p:nvCxnSpPr>
        <p:spPr>
          <a:xfrm>
            <a:off x="10761133" y="4134812"/>
            <a:ext cx="835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593DFAD-BDFC-F5B2-1900-F976E98AF1F5}"/>
              </a:ext>
            </a:extLst>
          </p:cNvPr>
          <p:cNvCxnSpPr>
            <a:stCxn id="57" idx="3"/>
          </p:cNvCxnSpPr>
          <p:nvPr/>
        </p:nvCxnSpPr>
        <p:spPr>
          <a:xfrm>
            <a:off x="10671410" y="5152305"/>
            <a:ext cx="9256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42D7156D-0BAE-A64B-E39C-0D0E039A2AA3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34879" y="5264541"/>
            <a:ext cx="1896537" cy="379772"/>
          </a:xfrm>
          <a:prstGeom prst="bentConnector3">
            <a:avLst>
              <a:gd name="adj1" fmla="val 100893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6D4D2EAA-1A28-53F5-2365-0EFDF2B2A8D6}"/>
              </a:ext>
            </a:extLst>
          </p:cNvPr>
          <p:cNvCxnSpPr>
            <a:stCxn id="54" idx="2"/>
          </p:cNvCxnSpPr>
          <p:nvPr/>
        </p:nvCxnSpPr>
        <p:spPr>
          <a:xfrm rot="16200000" flipH="1">
            <a:off x="4216198" y="5530448"/>
            <a:ext cx="302615" cy="18652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88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6C916A3-EB82-094A-709C-285844803363}"/>
              </a:ext>
            </a:extLst>
          </p:cNvPr>
          <p:cNvSpPr/>
          <p:nvPr/>
        </p:nvSpPr>
        <p:spPr>
          <a:xfrm>
            <a:off x="173566" y="150284"/>
            <a:ext cx="1396996" cy="4508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รหัสจังหวัด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6E701D7-575B-A7B9-DE76-96C16E5605A3}"/>
              </a:ext>
            </a:extLst>
          </p:cNvPr>
          <p:cNvSpPr/>
          <p:nvPr/>
        </p:nvSpPr>
        <p:spPr>
          <a:xfrm>
            <a:off x="1918757" y="294217"/>
            <a:ext cx="1667934" cy="4995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ชื่อจังหวัด</a:t>
            </a:r>
            <a:r>
              <a:rPr lang="en-US" dirty="0"/>
              <a:t>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053CBB7-59F2-1DB3-9389-51D5AF112130}"/>
              </a:ext>
            </a:extLst>
          </p:cNvPr>
          <p:cNvSpPr/>
          <p:nvPr/>
        </p:nvSpPr>
        <p:spPr>
          <a:xfrm>
            <a:off x="2925232" y="1062567"/>
            <a:ext cx="1511301" cy="4995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ชื่อจังหวัด</a:t>
            </a:r>
            <a:r>
              <a:rPr lang="en-US" dirty="0"/>
              <a:t>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22440B-E766-8FDB-AADF-EF01592C99DC}"/>
              </a:ext>
            </a:extLst>
          </p:cNvPr>
          <p:cNvSpPr/>
          <p:nvPr/>
        </p:nvSpPr>
        <p:spPr>
          <a:xfrm>
            <a:off x="129117" y="1227666"/>
            <a:ext cx="1335615" cy="450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จังหวัด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A0835F-1503-F412-ECDA-3E38C9128C4B}"/>
              </a:ext>
            </a:extLst>
          </p:cNvPr>
          <p:cNvSpPr/>
          <p:nvPr/>
        </p:nvSpPr>
        <p:spPr>
          <a:xfrm>
            <a:off x="3268133" y="3522133"/>
            <a:ext cx="1380067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อำเภอ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9772DD-CB38-3568-AEEC-4B286D08CE91}"/>
              </a:ext>
            </a:extLst>
          </p:cNvPr>
          <p:cNvSpPr/>
          <p:nvPr/>
        </p:nvSpPr>
        <p:spPr>
          <a:xfrm>
            <a:off x="3149600" y="2544234"/>
            <a:ext cx="1540933" cy="457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รหัสอำเภอ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4F4341-3696-01BA-99DC-4D10C811F648}"/>
              </a:ext>
            </a:extLst>
          </p:cNvPr>
          <p:cNvSpPr/>
          <p:nvPr/>
        </p:nvSpPr>
        <p:spPr>
          <a:xfrm>
            <a:off x="5245100" y="2707480"/>
            <a:ext cx="1540933" cy="457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ชื่ออำเภอ</a:t>
            </a:r>
            <a:r>
              <a:rPr lang="en-US" dirty="0"/>
              <a:t>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3F6A9B-DA8A-2C71-1DA6-8DD71EA78F56}"/>
              </a:ext>
            </a:extLst>
          </p:cNvPr>
          <p:cNvSpPr/>
          <p:nvPr/>
        </p:nvSpPr>
        <p:spPr>
          <a:xfrm>
            <a:off x="5571065" y="3469478"/>
            <a:ext cx="1540933" cy="5164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ชื่ออำเภอ</a:t>
            </a:r>
            <a:r>
              <a:rPr lang="en-US" dirty="0"/>
              <a:t>E</a:t>
            </a:r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E9EE1576-0455-57AE-7B97-4518E73AEECA}"/>
              </a:ext>
            </a:extLst>
          </p:cNvPr>
          <p:cNvSpPr/>
          <p:nvPr/>
        </p:nvSpPr>
        <p:spPr>
          <a:xfrm>
            <a:off x="1151465" y="2965714"/>
            <a:ext cx="626533" cy="39793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F4879E-65CE-847E-67F9-0F78DDA70AA4}"/>
              </a:ext>
            </a:extLst>
          </p:cNvPr>
          <p:cNvCxnSpPr>
            <a:cxnSpLocks/>
          </p:cNvCxnSpPr>
          <p:nvPr/>
        </p:nvCxnSpPr>
        <p:spPr>
          <a:xfrm flipV="1">
            <a:off x="827616" y="660401"/>
            <a:ext cx="0" cy="402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F6D15A-83FC-9742-7BBC-C2F44770D621}"/>
              </a:ext>
            </a:extLst>
          </p:cNvPr>
          <p:cNvCxnSpPr>
            <a:cxnSpLocks/>
          </p:cNvCxnSpPr>
          <p:nvPr/>
        </p:nvCxnSpPr>
        <p:spPr>
          <a:xfrm flipV="1">
            <a:off x="1346200" y="1394885"/>
            <a:ext cx="1217082" cy="243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E9F233-78E3-4292-EE9C-AE43A9F1D110}"/>
              </a:ext>
            </a:extLst>
          </p:cNvPr>
          <p:cNvCxnSpPr>
            <a:cxnSpLocks/>
          </p:cNvCxnSpPr>
          <p:nvPr/>
        </p:nvCxnSpPr>
        <p:spPr>
          <a:xfrm flipV="1">
            <a:off x="1227667" y="766232"/>
            <a:ext cx="880533" cy="728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09914CA-80E0-E339-BBA9-D49EEDBB0FA5}"/>
              </a:ext>
            </a:extLst>
          </p:cNvPr>
          <p:cNvCxnSpPr>
            <a:cxnSpLocks/>
          </p:cNvCxnSpPr>
          <p:nvPr/>
        </p:nvCxnSpPr>
        <p:spPr>
          <a:xfrm flipH="1" flipV="1">
            <a:off x="3865032" y="3039536"/>
            <a:ext cx="76200" cy="584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F4A6E45-1518-C635-9DCE-C220674B8B01}"/>
              </a:ext>
            </a:extLst>
          </p:cNvPr>
          <p:cNvCxnSpPr/>
          <p:nvPr/>
        </p:nvCxnSpPr>
        <p:spPr>
          <a:xfrm flipV="1">
            <a:off x="4555066" y="3164680"/>
            <a:ext cx="732367" cy="364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FC41BB-96C8-59CD-DF46-8CF00D20A4AA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4567764" y="3727712"/>
            <a:ext cx="1003301" cy="21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2C47481-94E2-C21E-8C8E-90E377BBD19E}"/>
              </a:ext>
            </a:extLst>
          </p:cNvPr>
          <p:cNvCxnSpPr>
            <a:cxnSpLocks/>
          </p:cNvCxnSpPr>
          <p:nvPr/>
        </p:nvCxnSpPr>
        <p:spPr>
          <a:xfrm rot="16200000" flipH="1">
            <a:off x="317633" y="2010967"/>
            <a:ext cx="1389326" cy="66781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350953E-A684-5941-BE13-D2C4475B78AC}"/>
              </a:ext>
            </a:extLst>
          </p:cNvPr>
          <p:cNvCxnSpPr>
            <a:cxnSpLocks/>
          </p:cNvCxnSpPr>
          <p:nvPr/>
        </p:nvCxnSpPr>
        <p:spPr>
          <a:xfrm>
            <a:off x="1570562" y="3276599"/>
            <a:ext cx="1697571" cy="38946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C21A0754-B1AB-0A79-FDF3-3844C7E89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326" y="3206476"/>
            <a:ext cx="969348" cy="44504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23DBC54-4B5E-4E0F-BC3C-DD20C41A9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277" y="3206476"/>
            <a:ext cx="975445" cy="44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525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9392FC1-2439-FAEF-73F2-CAB724E32505}"/>
              </a:ext>
            </a:extLst>
          </p:cNvPr>
          <p:cNvSpPr/>
          <p:nvPr/>
        </p:nvSpPr>
        <p:spPr>
          <a:xfrm>
            <a:off x="173566" y="150284"/>
            <a:ext cx="1396996" cy="4508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err="1"/>
              <a:t>รหั</a:t>
            </a:r>
            <a:r>
              <a:rPr lang="th-TH" dirty="0"/>
              <a:t>สนศ</a:t>
            </a:r>
            <a:r>
              <a:rPr lang="en-US" dirty="0"/>
              <a:t>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C91A1A5-A554-0DBF-0B95-332FC01598C6}"/>
              </a:ext>
            </a:extLst>
          </p:cNvPr>
          <p:cNvSpPr/>
          <p:nvPr/>
        </p:nvSpPr>
        <p:spPr>
          <a:xfrm>
            <a:off x="71964" y="1162837"/>
            <a:ext cx="1667934" cy="4995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คณะวิชา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F82E65A-DBC7-7DBA-E3E1-4AA747CD5337}"/>
              </a:ext>
            </a:extLst>
          </p:cNvPr>
          <p:cNvSpPr/>
          <p:nvPr/>
        </p:nvSpPr>
        <p:spPr>
          <a:xfrm>
            <a:off x="2084916" y="73289"/>
            <a:ext cx="1511301" cy="4995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</a:t>
            </a:r>
            <a:r>
              <a:rPr lang="en-US" dirty="0"/>
              <a:t>-</a:t>
            </a:r>
            <a:r>
              <a:rPr lang="th-TH" dirty="0"/>
              <a:t>สกุล</a:t>
            </a:r>
            <a:r>
              <a:rPr lang="en-US" dirty="0"/>
              <a:t>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E2C91F-B918-0D67-307C-FEA7354971DE}"/>
              </a:ext>
            </a:extLst>
          </p:cNvPr>
          <p:cNvSpPr/>
          <p:nvPr/>
        </p:nvSpPr>
        <p:spPr>
          <a:xfrm>
            <a:off x="1952626" y="977060"/>
            <a:ext cx="1335615" cy="450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นักศึกษา</a:t>
            </a:r>
            <a:endParaRPr lang="en-US" dirty="0"/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FE56A5E2-64BD-320B-E6AD-177D7B9C1EC9}"/>
              </a:ext>
            </a:extLst>
          </p:cNvPr>
          <p:cNvSpPr/>
          <p:nvPr/>
        </p:nvSpPr>
        <p:spPr>
          <a:xfrm>
            <a:off x="1952626" y="2442632"/>
            <a:ext cx="472018" cy="39793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3CBFFD5-E1B6-804B-06A5-C80AD19FAD85}"/>
              </a:ext>
            </a:extLst>
          </p:cNvPr>
          <p:cNvSpPr/>
          <p:nvPr/>
        </p:nvSpPr>
        <p:spPr>
          <a:xfrm>
            <a:off x="3841749" y="572823"/>
            <a:ext cx="1606550" cy="4339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สาขาวิชา</a:t>
            </a:r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A153298-36FF-908D-3DEA-CB3BB21F4524}"/>
              </a:ext>
            </a:extLst>
          </p:cNvPr>
          <p:cNvCxnSpPr>
            <a:cxnSpLocks/>
          </p:cNvCxnSpPr>
          <p:nvPr/>
        </p:nvCxnSpPr>
        <p:spPr>
          <a:xfrm flipH="1" flipV="1">
            <a:off x="1328202" y="556150"/>
            <a:ext cx="646646" cy="450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540A94-C16B-DA7C-CF9B-9F2A9BBFF80E}"/>
              </a:ext>
            </a:extLst>
          </p:cNvPr>
          <p:cNvCxnSpPr>
            <a:cxnSpLocks/>
          </p:cNvCxnSpPr>
          <p:nvPr/>
        </p:nvCxnSpPr>
        <p:spPr>
          <a:xfrm flipV="1">
            <a:off x="2734733" y="572823"/>
            <a:ext cx="0" cy="516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E465F17-E110-4EA8-BCC5-F49041524CB6}"/>
              </a:ext>
            </a:extLst>
          </p:cNvPr>
          <p:cNvCxnSpPr>
            <a:stCxn id="5" idx="3"/>
            <a:endCxn id="21" idx="3"/>
          </p:cNvCxnSpPr>
          <p:nvPr/>
        </p:nvCxnSpPr>
        <p:spPr>
          <a:xfrm flipV="1">
            <a:off x="3288241" y="943193"/>
            <a:ext cx="788782" cy="259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748E232-DA8D-3040-A8EB-6970BB216812}"/>
              </a:ext>
            </a:extLst>
          </p:cNvPr>
          <p:cNvCxnSpPr>
            <a:stCxn id="5" idx="1"/>
            <a:endCxn id="3" idx="6"/>
          </p:cNvCxnSpPr>
          <p:nvPr/>
        </p:nvCxnSpPr>
        <p:spPr>
          <a:xfrm flipH="1">
            <a:off x="1739898" y="1202485"/>
            <a:ext cx="212728" cy="210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073A1E3D-6421-8F2A-935B-5E689CDE22B1}"/>
              </a:ext>
            </a:extLst>
          </p:cNvPr>
          <p:cNvCxnSpPr/>
          <p:nvPr/>
        </p:nvCxnSpPr>
        <p:spPr>
          <a:xfrm rot="5400000">
            <a:off x="1781282" y="1817266"/>
            <a:ext cx="1014723" cy="236009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lowchart: Process 48">
            <a:extLst>
              <a:ext uri="{FF2B5EF4-FFF2-40B4-BE49-F238E27FC236}">
                <a16:creationId xmlns:a16="http://schemas.microsoft.com/office/drawing/2014/main" id="{921784C3-63DA-3E9B-88F0-0C7D41813885}"/>
              </a:ext>
            </a:extLst>
          </p:cNvPr>
          <p:cNvSpPr/>
          <p:nvPr/>
        </p:nvSpPr>
        <p:spPr>
          <a:xfrm>
            <a:off x="1042985" y="3587801"/>
            <a:ext cx="1437217" cy="39793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การลงทะเบียน</a:t>
            </a:r>
            <a:endParaRPr lang="en-US" dirty="0"/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C743CE33-CE5E-0267-3D14-8A0868E23C29}"/>
              </a:ext>
            </a:extLst>
          </p:cNvPr>
          <p:cNvCxnSpPr>
            <a:cxnSpLocks/>
          </p:cNvCxnSpPr>
          <p:nvPr/>
        </p:nvCxnSpPr>
        <p:spPr>
          <a:xfrm rot="5400000">
            <a:off x="1577443" y="2976609"/>
            <a:ext cx="778939" cy="44344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DC404DEE-DB25-2102-B88B-D37CAC6A9DE9}"/>
              </a:ext>
            </a:extLst>
          </p:cNvPr>
          <p:cNvSpPr/>
          <p:nvPr/>
        </p:nvSpPr>
        <p:spPr>
          <a:xfrm>
            <a:off x="85189" y="2627078"/>
            <a:ext cx="1694271" cy="4995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รหัสการลงทะเบียน</a:t>
            </a:r>
            <a:endParaRPr lang="en-US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D140CF8-624A-56CC-C23E-950405452D18}"/>
              </a:ext>
            </a:extLst>
          </p:cNvPr>
          <p:cNvSpPr/>
          <p:nvPr/>
        </p:nvSpPr>
        <p:spPr>
          <a:xfrm>
            <a:off x="133345" y="4385835"/>
            <a:ext cx="1437217" cy="3979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รหัสนศ.</a:t>
            </a:r>
            <a:endParaRPr lang="en-US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53F5320-EEF0-3370-B174-CA6C02262C85}"/>
              </a:ext>
            </a:extLst>
          </p:cNvPr>
          <p:cNvSpPr/>
          <p:nvPr/>
        </p:nvSpPr>
        <p:spPr>
          <a:xfrm>
            <a:off x="2840566" y="5218421"/>
            <a:ext cx="1544903" cy="4508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รหัสรายวิชา</a:t>
            </a:r>
            <a:endParaRPr lang="en-US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FED18F7-649A-C125-5813-E899CA34C838}"/>
              </a:ext>
            </a:extLst>
          </p:cNvPr>
          <p:cNvSpPr/>
          <p:nvPr/>
        </p:nvSpPr>
        <p:spPr>
          <a:xfrm>
            <a:off x="965725" y="5122115"/>
            <a:ext cx="1371600" cy="533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รหัสอาจารย์</a:t>
            </a:r>
            <a:endParaRPr lang="en-US" dirty="0"/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57E8E76D-44C9-89A0-EDE2-D0575087B6D2}"/>
              </a:ext>
            </a:extLst>
          </p:cNvPr>
          <p:cNvCxnSpPr>
            <a:cxnSpLocks/>
            <a:stCxn id="49" idx="1"/>
          </p:cNvCxnSpPr>
          <p:nvPr/>
        </p:nvCxnSpPr>
        <p:spPr>
          <a:xfrm rot="10800000">
            <a:off x="430741" y="3073402"/>
            <a:ext cx="612245" cy="71336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21C37056-9DF4-CB0C-BEFF-3C71D5E394E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13098" y="4126284"/>
            <a:ext cx="666362" cy="551511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92FDB85B-C0AB-9918-FDCB-849850F285CA}"/>
              </a:ext>
            </a:extLst>
          </p:cNvPr>
          <p:cNvCxnSpPr>
            <a:stCxn id="49" idx="2"/>
            <a:endCxn id="60" idx="7"/>
          </p:cNvCxnSpPr>
          <p:nvPr/>
        </p:nvCxnSpPr>
        <p:spPr>
          <a:xfrm rot="16200000" flipH="1">
            <a:off x="1341778" y="4405549"/>
            <a:ext cx="1214496" cy="37486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3E80B74A-B756-C4C0-76FE-3224C070A3E9}"/>
              </a:ext>
            </a:extLst>
          </p:cNvPr>
          <p:cNvCxnSpPr>
            <a:cxnSpLocks/>
          </p:cNvCxnSpPr>
          <p:nvPr/>
        </p:nvCxnSpPr>
        <p:spPr>
          <a:xfrm>
            <a:off x="1745190" y="4322031"/>
            <a:ext cx="1856319" cy="878199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lowchart: Decision 72">
            <a:extLst>
              <a:ext uri="{FF2B5EF4-FFF2-40B4-BE49-F238E27FC236}">
                <a16:creationId xmlns:a16="http://schemas.microsoft.com/office/drawing/2014/main" id="{5A9C45C4-9314-7335-B586-C9DD0FF501F1}"/>
              </a:ext>
            </a:extLst>
          </p:cNvPr>
          <p:cNvSpPr/>
          <p:nvPr/>
        </p:nvSpPr>
        <p:spPr>
          <a:xfrm>
            <a:off x="6028267" y="4207996"/>
            <a:ext cx="491067" cy="35560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DE4592EF-27B0-CDB6-566A-5038F5A003B6}"/>
              </a:ext>
            </a:extLst>
          </p:cNvPr>
          <p:cNvCxnSpPr>
            <a:stCxn id="49" idx="3"/>
            <a:endCxn id="73" idx="0"/>
          </p:cNvCxnSpPr>
          <p:nvPr/>
        </p:nvCxnSpPr>
        <p:spPr>
          <a:xfrm>
            <a:off x="2480202" y="3786768"/>
            <a:ext cx="3793599" cy="421228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68374BCF-F11E-B71C-9926-8E6AD69D5370}"/>
              </a:ext>
            </a:extLst>
          </p:cNvPr>
          <p:cNvCxnSpPr>
            <a:cxnSpLocks/>
          </p:cNvCxnSpPr>
          <p:nvPr/>
        </p:nvCxnSpPr>
        <p:spPr>
          <a:xfrm>
            <a:off x="6451600" y="4402039"/>
            <a:ext cx="2319866" cy="375334"/>
          </a:xfrm>
          <a:prstGeom prst="bentConnector3">
            <a:avLst>
              <a:gd name="adj1" fmla="val 9963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lowchart: Process 78">
            <a:extLst>
              <a:ext uri="{FF2B5EF4-FFF2-40B4-BE49-F238E27FC236}">
                <a16:creationId xmlns:a16="http://schemas.microsoft.com/office/drawing/2014/main" id="{936A73B7-F5C1-A1BC-B4D4-D272B4617ECA}"/>
              </a:ext>
            </a:extLst>
          </p:cNvPr>
          <p:cNvSpPr/>
          <p:nvPr/>
        </p:nvSpPr>
        <p:spPr>
          <a:xfrm>
            <a:off x="8066603" y="4758331"/>
            <a:ext cx="1371600" cy="37533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อาจารย์</a:t>
            </a:r>
            <a:endParaRPr lang="en-US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889E9EF-24FF-6CE9-3A32-356CC6C9EE41}"/>
              </a:ext>
            </a:extLst>
          </p:cNvPr>
          <p:cNvSpPr/>
          <p:nvPr/>
        </p:nvSpPr>
        <p:spPr>
          <a:xfrm>
            <a:off x="6028267" y="5953248"/>
            <a:ext cx="1422664" cy="3753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รหัสอาจารย์</a:t>
            </a:r>
            <a:endParaRPr lang="en-US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7688E42-23A2-C1DB-7BC6-3F28A9E485D2}"/>
              </a:ext>
            </a:extLst>
          </p:cNvPr>
          <p:cNvSpPr/>
          <p:nvPr/>
        </p:nvSpPr>
        <p:spPr>
          <a:xfrm>
            <a:off x="7874131" y="6140915"/>
            <a:ext cx="1473202" cy="4487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ชื่อ-สกุล</a:t>
            </a:r>
            <a:r>
              <a:rPr lang="en-US" dirty="0"/>
              <a:t>T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181DD68-A2BF-1835-33F4-C28319368852}"/>
              </a:ext>
            </a:extLst>
          </p:cNvPr>
          <p:cNvSpPr/>
          <p:nvPr/>
        </p:nvSpPr>
        <p:spPr>
          <a:xfrm>
            <a:off x="9762477" y="5696600"/>
            <a:ext cx="1507067" cy="3753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ชื่อ-สกุล</a:t>
            </a:r>
            <a:r>
              <a:rPr lang="en-US" dirty="0"/>
              <a:t>E</a:t>
            </a: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C9586125-1051-7C72-3159-A6815559C672}"/>
              </a:ext>
            </a:extLst>
          </p:cNvPr>
          <p:cNvCxnSpPr>
            <a:cxnSpLocks/>
          </p:cNvCxnSpPr>
          <p:nvPr/>
        </p:nvCxnSpPr>
        <p:spPr>
          <a:xfrm rot="10800000" flipV="1">
            <a:off x="7219694" y="5136464"/>
            <a:ext cx="1478214" cy="859991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E37E1E19-66F6-157A-C6B2-441A5651EAED}"/>
              </a:ext>
            </a:extLst>
          </p:cNvPr>
          <p:cNvCxnSpPr/>
          <p:nvPr/>
        </p:nvCxnSpPr>
        <p:spPr>
          <a:xfrm>
            <a:off x="8525933" y="5122112"/>
            <a:ext cx="1447800" cy="643469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005B76A1-9005-899B-E20E-417E01504E08}"/>
              </a:ext>
            </a:extLst>
          </p:cNvPr>
          <p:cNvCxnSpPr>
            <a:cxnSpLocks/>
          </p:cNvCxnSpPr>
          <p:nvPr/>
        </p:nvCxnSpPr>
        <p:spPr>
          <a:xfrm rot="16200000" flipH="1">
            <a:off x="7840122" y="5188380"/>
            <a:ext cx="1018804" cy="88066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Flowchart: Decision 103">
            <a:extLst>
              <a:ext uri="{FF2B5EF4-FFF2-40B4-BE49-F238E27FC236}">
                <a16:creationId xmlns:a16="http://schemas.microsoft.com/office/drawing/2014/main" id="{DE1BF3D2-C1DF-0FC8-6BB6-0F501EA51F54}"/>
              </a:ext>
            </a:extLst>
          </p:cNvPr>
          <p:cNvSpPr/>
          <p:nvPr/>
        </p:nvSpPr>
        <p:spPr>
          <a:xfrm>
            <a:off x="5147733" y="2197786"/>
            <a:ext cx="472018" cy="39793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23F22E32-4C7B-DE84-83C3-E65A60B3707A}"/>
              </a:ext>
            </a:extLst>
          </p:cNvPr>
          <p:cNvCxnSpPr>
            <a:endCxn id="104" idx="1"/>
          </p:cNvCxnSpPr>
          <p:nvPr/>
        </p:nvCxnSpPr>
        <p:spPr>
          <a:xfrm rot="5400000" flipH="1" flipV="1">
            <a:off x="3868526" y="2507560"/>
            <a:ext cx="1390014" cy="116840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Flowchart: Process 106">
            <a:extLst>
              <a:ext uri="{FF2B5EF4-FFF2-40B4-BE49-F238E27FC236}">
                <a16:creationId xmlns:a16="http://schemas.microsoft.com/office/drawing/2014/main" id="{75ECC585-C324-AAB4-DBF6-AE0BA4948EB1}"/>
              </a:ext>
            </a:extLst>
          </p:cNvPr>
          <p:cNvSpPr/>
          <p:nvPr/>
        </p:nvSpPr>
        <p:spPr>
          <a:xfrm>
            <a:off x="7611533" y="2396752"/>
            <a:ext cx="1371600" cy="4783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รายวิชา</a:t>
            </a:r>
            <a:endParaRPr lang="en-US" dirty="0"/>
          </a:p>
        </p:txBody>
      </p: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F2845EE0-A15C-0746-2921-7EABFAED5E0D}"/>
              </a:ext>
            </a:extLst>
          </p:cNvPr>
          <p:cNvCxnSpPr/>
          <p:nvPr/>
        </p:nvCxnSpPr>
        <p:spPr>
          <a:xfrm>
            <a:off x="5613400" y="2413730"/>
            <a:ext cx="1998133" cy="244846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>
            <a:extLst>
              <a:ext uri="{FF2B5EF4-FFF2-40B4-BE49-F238E27FC236}">
                <a16:creationId xmlns:a16="http://schemas.microsoft.com/office/drawing/2014/main" id="{B5E256AD-6198-385D-3437-CA8D49F66C9B}"/>
              </a:ext>
            </a:extLst>
          </p:cNvPr>
          <p:cNvSpPr/>
          <p:nvPr/>
        </p:nvSpPr>
        <p:spPr>
          <a:xfrm>
            <a:off x="6519334" y="1057280"/>
            <a:ext cx="1432536" cy="4783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รหัสวิชา</a:t>
            </a:r>
            <a:endParaRPr lang="en-US" dirty="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BEF90430-9630-EAAA-3B06-93C868A9E008}"/>
              </a:ext>
            </a:extLst>
          </p:cNvPr>
          <p:cNvSpPr/>
          <p:nvPr/>
        </p:nvSpPr>
        <p:spPr>
          <a:xfrm>
            <a:off x="8194553" y="641255"/>
            <a:ext cx="1366432" cy="5598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ชื่อรายวิชา</a:t>
            </a:r>
            <a:r>
              <a:rPr lang="en-US" dirty="0"/>
              <a:t>T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573B3B8C-1FE4-E68F-59C8-4D91B635C0F9}"/>
              </a:ext>
            </a:extLst>
          </p:cNvPr>
          <p:cNvSpPr/>
          <p:nvPr/>
        </p:nvSpPr>
        <p:spPr>
          <a:xfrm>
            <a:off x="9802729" y="1569183"/>
            <a:ext cx="1420486" cy="5471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ชื่อรายวิชา</a:t>
            </a:r>
            <a:r>
              <a:rPr lang="en-US" dirty="0"/>
              <a:t>E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E35B775-3B3C-614E-C5FB-A2CD89DF90A8}"/>
              </a:ext>
            </a:extLst>
          </p:cNvPr>
          <p:cNvCxnSpPr/>
          <p:nvPr/>
        </p:nvCxnSpPr>
        <p:spPr>
          <a:xfrm flipH="1" flipV="1">
            <a:off x="7611533" y="1535647"/>
            <a:ext cx="340337" cy="861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1F4B065-D84A-E4E8-4CAD-21D62E4A2BE2}"/>
              </a:ext>
            </a:extLst>
          </p:cNvPr>
          <p:cNvCxnSpPr/>
          <p:nvPr/>
        </p:nvCxnSpPr>
        <p:spPr>
          <a:xfrm flipV="1">
            <a:off x="8585200" y="1202485"/>
            <a:ext cx="186266" cy="1194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AE5C6A40-EE3B-94E3-2D18-A14D9F8700E5}"/>
              </a:ext>
            </a:extLst>
          </p:cNvPr>
          <p:cNvCxnSpPr>
            <a:stCxn id="107" idx="3"/>
          </p:cNvCxnSpPr>
          <p:nvPr/>
        </p:nvCxnSpPr>
        <p:spPr>
          <a:xfrm flipV="1">
            <a:off x="8983133" y="2082800"/>
            <a:ext cx="1134534" cy="553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6456D82F-2A00-5109-4E63-EB85B23CA09C}"/>
              </a:ext>
            </a:extLst>
          </p:cNvPr>
          <p:cNvSpPr txBox="1"/>
          <p:nvPr/>
        </p:nvSpPr>
        <p:spPr>
          <a:xfrm>
            <a:off x="7120467" y="2379133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386BE9C-9194-A044-1CD7-456A0DEED740}"/>
              </a:ext>
            </a:extLst>
          </p:cNvPr>
          <p:cNvSpPr txBox="1"/>
          <p:nvPr/>
        </p:nvSpPr>
        <p:spPr>
          <a:xfrm>
            <a:off x="3403600" y="313266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A2C6C4E-65D9-D440-E3D3-C745D8DF3367}"/>
              </a:ext>
            </a:extLst>
          </p:cNvPr>
          <p:cNvSpPr txBox="1"/>
          <p:nvPr/>
        </p:nvSpPr>
        <p:spPr>
          <a:xfrm>
            <a:off x="4174067" y="345440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BD15367-7FE6-A1FA-0FB1-33C6F5900443}"/>
              </a:ext>
            </a:extLst>
          </p:cNvPr>
          <p:cNvSpPr txBox="1"/>
          <p:nvPr/>
        </p:nvSpPr>
        <p:spPr>
          <a:xfrm>
            <a:off x="1846262" y="283746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2B476C3-FFFF-85DA-FC1E-C14BF95FCF06}"/>
              </a:ext>
            </a:extLst>
          </p:cNvPr>
          <p:cNvSpPr txBox="1"/>
          <p:nvPr/>
        </p:nvSpPr>
        <p:spPr>
          <a:xfrm>
            <a:off x="2590800" y="1693333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4080139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D147FC78-AABB-1D8B-B6D6-34441B82C46E}"/>
              </a:ext>
            </a:extLst>
          </p:cNvPr>
          <p:cNvSpPr/>
          <p:nvPr/>
        </p:nvSpPr>
        <p:spPr>
          <a:xfrm>
            <a:off x="3742266" y="1731434"/>
            <a:ext cx="1397000" cy="46566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นักศึกษา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D953795-9F2F-6C48-6D0F-CCF37B2DD5CE}"/>
              </a:ext>
            </a:extLst>
          </p:cNvPr>
          <p:cNvSpPr/>
          <p:nvPr/>
        </p:nvSpPr>
        <p:spPr>
          <a:xfrm>
            <a:off x="1113365" y="1371600"/>
            <a:ext cx="1549401" cy="7196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ชื่อ-สกุล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3C74BD0-8CB7-CD8D-CC3B-A02989F8E7F1}"/>
              </a:ext>
            </a:extLst>
          </p:cNvPr>
          <p:cNvSpPr/>
          <p:nvPr/>
        </p:nvSpPr>
        <p:spPr>
          <a:xfrm>
            <a:off x="3860801" y="264585"/>
            <a:ext cx="1473200" cy="592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สาขาวิชา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D886882-BEA3-EC35-3541-B24F390B1BBB}"/>
              </a:ext>
            </a:extLst>
          </p:cNvPr>
          <p:cNvSpPr/>
          <p:nvPr/>
        </p:nvSpPr>
        <p:spPr>
          <a:xfrm>
            <a:off x="1888066" y="465667"/>
            <a:ext cx="1617134" cy="6519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คณะ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2478C76-EB20-9767-4D01-A155D3B0BB92}"/>
              </a:ext>
            </a:extLst>
          </p:cNvPr>
          <p:cNvSpPr/>
          <p:nvPr/>
        </p:nvSpPr>
        <p:spPr>
          <a:xfrm>
            <a:off x="5901267" y="541865"/>
            <a:ext cx="1473200" cy="5926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รหัสวิชา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E3F408C-D9B4-BEFA-A3C0-5C655B5DD3C3}"/>
              </a:ext>
            </a:extLst>
          </p:cNvPr>
          <p:cNvSpPr/>
          <p:nvPr/>
        </p:nvSpPr>
        <p:spPr>
          <a:xfrm>
            <a:off x="5901267" y="1701799"/>
            <a:ext cx="1710266" cy="5926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เบอร์โทร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8E3578-36EF-A90C-5BD1-B200961D31D6}"/>
              </a:ext>
            </a:extLst>
          </p:cNvPr>
          <p:cNvCxnSpPr/>
          <p:nvPr/>
        </p:nvCxnSpPr>
        <p:spPr>
          <a:xfrm flipV="1">
            <a:off x="4216400" y="857251"/>
            <a:ext cx="76200" cy="844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E9D6F3-1768-813E-7398-94E84E9C73ED}"/>
              </a:ext>
            </a:extLst>
          </p:cNvPr>
          <p:cNvCxnSpPr>
            <a:cxnSpLocks/>
          </p:cNvCxnSpPr>
          <p:nvPr/>
        </p:nvCxnSpPr>
        <p:spPr>
          <a:xfrm flipH="1" flipV="1">
            <a:off x="3056467" y="1134532"/>
            <a:ext cx="914400" cy="662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6D07AE-2501-50C6-A120-34D18BD23AB3}"/>
              </a:ext>
            </a:extLst>
          </p:cNvPr>
          <p:cNvCxnSpPr>
            <a:stCxn id="2" idx="1"/>
            <a:endCxn id="3" idx="6"/>
          </p:cNvCxnSpPr>
          <p:nvPr/>
        </p:nvCxnSpPr>
        <p:spPr>
          <a:xfrm flipH="1" flipV="1">
            <a:off x="2662766" y="1731434"/>
            <a:ext cx="1079500" cy="232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7B7524-A4C2-1294-042B-32AB43F69A4B}"/>
              </a:ext>
            </a:extLst>
          </p:cNvPr>
          <p:cNvCxnSpPr>
            <a:cxnSpLocks/>
          </p:cNvCxnSpPr>
          <p:nvPr/>
        </p:nvCxnSpPr>
        <p:spPr>
          <a:xfrm flipV="1">
            <a:off x="5113867" y="1076325"/>
            <a:ext cx="1058334" cy="688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7E6EE1-9AD2-9D02-82AC-B1143240ECE6}"/>
              </a:ext>
            </a:extLst>
          </p:cNvPr>
          <p:cNvCxnSpPr>
            <a:stCxn id="2" idx="3"/>
            <a:endCxn id="9" idx="2"/>
          </p:cNvCxnSpPr>
          <p:nvPr/>
        </p:nvCxnSpPr>
        <p:spPr>
          <a:xfrm>
            <a:off x="5139266" y="1964267"/>
            <a:ext cx="762001" cy="33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E065271-DF49-03B2-7264-C39D312CB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084488"/>
              </p:ext>
            </p:extLst>
          </p:nvPr>
        </p:nvGraphicFramePr>
        <p:xfrm>
          <a:off x="694266" y="3649981"/>
          <a:ext cx="8128000" cy="24197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2217232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1838147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170174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53654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59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84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862847"/>
                  </a:ext>
                </a:extLst>
              </a:tr>
              <a:tr h="9364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739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14555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2EB1220-B902-A79F-B7E0-170DC2436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789894"/>
              </p:ext>
            </p:extLst>
          </p:nvPr>
        </p:nvGraphicFramePr>
        <p:xfrm>
          <a:off x="973667" y="3373968"/>
          <a:ext cx="6400800" cy="2573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16560717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3117011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69424876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64104556"/>
                    </a:ext>
                  </a:extLst>
                </a:gridCol>
              </a:tblGrid>
              <a:tr h="514773"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213812"/>
                  </a:ext>
                </a:extLst>
              </a:tr>
              <a:tr h="514773">
                <a:tc>
                  <a:txBody>
                    <a:bodyPr/>
                    <a:lstStyle/>
                    <a:p>
                      <a:r>
                        <a:rPr lang="th-TH" dirty="0"/>
                        <a:t>รหัสนักศึกา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 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485060"/>
                  </a:ext>
                </a:extLst>
              </a:tr>
              <a:tr h="514773">
                <a:tc>
                  <a:txBody>
                    <a:bodyPr/>
                    <a:lstStyle/>
                    <a:p>
                      <a:r>
                        <a:rPr lang="th-TH" dirty="0"/>
                        <a:t>ชื่อ-สกุล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368098"/>
                  </a:ext>
                </a:extLst>
              </a:tr>
              <a:tr h="514773">
                <a:tc>
                  <a:txBody>
                    <a:bodyPr/>
                    <a:lstStyle/>
                    <a:p>
                      <a:r>
                        <a:rPr lang="en-US" dirty="0"/>
                        <a:t>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175840"/>
                  </a:ext>
                </a:extLst>
              </a:tr>
              <a:tr h="514773"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76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59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166</Words>
  <Application>Microsoft Office PowerPoint</Application>
  <PresentationFormat>Widescreen</PresentationFormat>
  <Paragraphs>85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 .</dc:creator>
  <cp:lastModifiedBy>Dell .</cp:lastModifiedBy>
  <cp:revision>11</cp:revision>
  <dcterms:created xsi:type="dcterms:W3CDTF">2026-09-30T14:15:02Z</dcterms:created>
  <dcterms:modified xsi:type="dcterms:W3CDTF">2026-10-22T12:26:18Z</dcterms:modified>
</cp:coreProperties>
</file>